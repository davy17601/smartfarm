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645920" cy="384048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Git Basics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05032"/>
                </a:solidFill>
              </a:rPr>
              <a:t>Git</a:t>
            </a:r>
            <a:endParaRPr sz="6000" b="1" i="0">
              <a:solidFill>
                <a:srgbClr val="F0503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សម្រាប់អ្នកចាប់ផ្ដើម</a:t>
            </a:r>
            <a:endParaRPr sz="3800" b="1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AABB"/>
                </a:solidFill>
              </a:rPr>
              <a:t>Windows &amp; macOS  ·  Basic Commands  ·  Branching  ·  GitHub Remote</a:t>
            </a:r>
            <a:endParaRPr sz="1600" b="0" i="1">
              <a:solidFill>
                <a:srgbClr val="AAAABB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9144000" cy="36576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📁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Repository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🌿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Branch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0624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⬆️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624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Push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⬇️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Pull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4672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🔀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Merge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966960" y="338328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429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🐙</a:t>
            </a:r>
            <a:endParaRPr sz="2200" b="0" i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6960" y="3858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BB"/>
                </a:solidFill>
              </a:rPr>
              <a:t>GitHub</a:t>
            </a:r>
            <a:endParaRPr sz="1100" b="0" i="0">
              <a:solidFill>
                <a:srgbClr val="AAAAB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ភាសាខ្មែរ · Complete Beginner Guide</a:t>
            </a:r>
            <a:endParaRPr sz="1200" b="0" i="1">
              <a:solidFill>
                <a:srgbClr val="AAAAB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📋  មាតិកា · Agenda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15544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280160"/>
            <a:ext cx="548640" cy="54864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19" y="1188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Git គឺជាអ្វី?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19" y="17099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What is Git &amp; why use it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280160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0" y="1188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ដំឡើង Windows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17099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Install via Git for Windows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27889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88920"/>
            <a:ext cx="73152" cy="1554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08960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88719" y="30175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ដំឡើង macOS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19" y="3538727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Xcode CLI Tools &amp; Homebrew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27889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788920"/>
            <a:ext cx="73152" cy="15544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08960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0" y="30175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ពាក្យបញ្ជាមូលដ្ឋាន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0" y="3538727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init · clone · add · commit · log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46177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17720"/>
            <a:ext cx="73152" cy="15544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4937759"/>
            <a:ext cx="548640" cy="54864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8719" y="4846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Branch &amp; Merge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719" y="53675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branching workflow diagram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63640" y="4617720"/>
            <a:ext cx="5577840" cy="1554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17720"/>
            <a:ext cx="73152" cy="1554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4937759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49377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32320" y="4846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GitHub &amp; Remote</a:t>
            </a:r>
            <a:endParaRPr sz="1700" b="1" i="0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32320" y="53675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push · pull · remote · PR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🤔  Git គឺជាអ្វី?  (What is Git?)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Git ជា Version Control System (VCS)</a:t>
            </a:r>
            <a:endParaRPr sz="1500">
              <a:solidFill>
                <a:srgbClr val="FFFFFF"/>
              </a:solidFill>
            </a:endParaRPr>
          </a:p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រក្សាទុក ប្រវត្តិ ការផ្លាស់ប្ដូរ កូដ ទាំងអស់</a:t>
            </a:r>
            <a:endParaRPr sz="1500">
              <a:solidFill>
                <a:srgbClr val="FFFFFF"/>
              </a:solidFill>
            </a:endParaRPr>
          </a:p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អាចត្រឡប់ទៅ version ចាស់ ពេលណាក៏បាន</a:t>
            </a:r>
            <a:endParaRPr sz="1500">
              <a:solidFill>
                <a:srgbClr val="FFFFFF"/>
              </a:solidFill>
            </a:endParaRPr>
          </a:p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ធ្វើការបាន offline — មិនចាំបាច់ internet</a:t>
            </a:r>
            <a:endParaRPr sz="1500">
              <a:solidFill>
                <a:srgbClr val="FFFFFF"/>
              </a:solidFill>
            </a:endParaRPr>
          </a:p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Git ≠ GitHub  (Git = tool, GitHub = cloud)</a:t>
            </a:r>
            <a:endParaRPr sz="1500">
              <a:solidFill>
                <a:srgbClr val="FFFFFF"/>
              </a:solidFill>
            </a:endParaRPr>
          </a:p>
          <a:p>
            <a:pPr algn="l"/>
            <a:r>
              <a:rPr sz="1500" b="1">
                <a:solidFill>
                  <a:srgbClr val="F05032"/>
                </a:solidFill>
              </a:rPr>
              <a:t>• </a:t>
            </a:r>
            <a:r>
              <a:rPr sz="1500">
                <a:solidFill>
                  <a:srgbClr val="FFFFFF"/>
                </a:solidFill>
              </a:rPr>
              <a:t>ប្រើដោយ developer ជាង 90% នៅទូទាំងពិភពលោក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5577840" cy="1691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73152" cy="169164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97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5032"/>
                </a:solidFill>
              </a:rPr>
              <a:t>📸  Snapshot</a:t>
            </a:r>
            <a:endParaRPr sz="1500" b="1" i="0">
              <a:solidFill>
                <a:srgbClr val="F0503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រក្សាស្ថានភាពកូដ
គ្រប់ commit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3640" y="2880360"/>
            <a:ext cx="5577840" cy="1691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880360"/>
            <a:ext cx="73152" cy="1691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7DFA"/>
                </a:solidFill>
              </a:rPr>
              <a:t>🌿  Branch</a:t>
            </a:r>
            <a:endParaRPr sz="1500" b="1" i="0">
              <a:solidFill>
                <a:srgbClr val="287DF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ធ្វើការ feature
ផ្សេងៗដោយឯករាជ្យ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4800600"/>
            <a:ext cx="5577840" cy="1691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800600"/>
            <a:ext cx="73152" cy="1691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🔀  Merge</a:t>
            </a:r>
            <a:endParaRPr sz="1500" b="1" i="0">
              <a:solidFill>
                <a:srgbClr val="1BB88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5394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បញ្ចូលការផ្លាស់ប្ដូរ
ពី branch ផ្សេង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87DFA"/>
                </a:solidFill>
              </a:rPr>
              <a:t>🪟  ដំឡើង Git នៅ Windows</a:t>
            </a:r>
            <a:endParaRPr sz="2400" b="1" i="0">
              <a:solidFill>
                <a:srgbClr val="287DF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10698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ចូល website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1508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git-scm.com/download/win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237744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24912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2487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ទាញ Installer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2926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ចុច Download for Windows (.exe)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379476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390448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Run &amp; Install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343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ចុច Next ទាំងអស់ → ចុច Install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5212080"/>
            <a:ext cx="566928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212080"/>
            <a:ext cx="73152" cy="12344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59552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595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53218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ផ្ទៀងផ្ទាត់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" y="5760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បើក Git Bash ហើយវាយ: git --version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Git Bash · Terminal Output</a:t>
            </a:r>
            <a:endParaRPr sz="1300" b="1" i="0">
              <a:solidFill>
                <a:srgbClr val="287DFA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63640" y="1417320"/>
            <a:ext cx="5577840" cy="3474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554480"/>
            <a:ext cx="524865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Microsoft Windows [Version 11.0]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C:\Users\you&gt; git --version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version 2.44.0.windows.1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C:\Users\you&gt; git --help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usage: git [--version] [--help]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       git &lt;command&gt; [&lt;args&gt;]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Git Bash ត្រូវបានដំឡើងដោយ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ស្វ័យប្រវត្តិ ✅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63640" y="5074920"/>
            <a:ext cx="5577840" cy="594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120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✅  Git Bash ត្រូវបានដំឡើងដោយស្វ័យប្រវត្តិ — ប្រើជំនួស CMD!</a:t>
            </a:r>
            <a:endParaRPr sz="1200" b="1" i="0">
              <a:solidFill>
                <a:srgbClr val="1A1A2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B889"/>
                </a:solidFill>
              </a:rPr>
              <a:t>🍎  ដំឡើង Git នៅ macOS</a:t>
            </a:r>
            <a:endParaRPr sz="2400" b="1" i="0">
              <a:solidFill>
                <a:srgbClr val="1BB889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3840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38404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7DFA"/>
                </a:solidFill>
              </a:rPr>
              <a:t>🔧  Method 1 · Xcode CLI Tools</a:t>
            </a:r>
            <a:endParaRPr sz="1500" b="1" i="0">
              <a:solidFill>
                <a:srgbClr val="287DF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(ណែនាំ — ងាយ និងរហ័ស)</a:t>
            </a:r>
            <a:endParaRPr sz="1200" b="0" i="1">
              <a:solidFill>
                <a:srgbClr val="AAAAB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212080" cy="2468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57400"/>
            <a:ext cx="4882896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វាយក្នុង Terminal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xcode-select --install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macOS នឹងបង្ហាញ dialog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ចុច Install → Agree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ចំណាយពេល 2-5 នាទី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5577840" cy="38404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73152" cy="3840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🍺  Method 2 · Homebrew</a:t>
            </a:r>
            <a:endParaRPr sz="1500" b="1" i="0">
              <a:solidFill>
                <a:srgbClr val="1BB88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(សម្រាប់ developer ដែលប្រើ Homebrew)</a:t>
            </a:r>
            <a:endParaRPr sz="1200" b="0" i="1">
              <a:solidFill>
                <a:srgbClr val="AAAAB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46520" y="1920240"/>
            <a:ext cx="5212080" cy="2468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057400"/>
            <a:ext cx="4882896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ដំឡើង Homebrew មុន (ប្រសិនបើមិនទាន់មាន)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/bin/bash -c "$(curl -fsSL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  https://brew.sh/install.sh)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ដំឡើង Git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brew install git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Update Git នៅថ្ងៃក្រោយ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brew upgrade git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1152144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983480"/>
            <a:ext cx="73152" cy="91440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2"/>
                </a:solidFill>
              </a:rPr>
              <a:t>✅  ផ្ទៀងផ្ទាត់ (ទាំង Method 1 &amp; 2):</a:t>
            </a:r>
            <a:endParaRPr sz="1300" b="1" i="0">
              <a:solidFill>
                <a:srgbClr val="F0503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047488"/>
            <a:ext cx="64008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5184648"/>
            <a:ext cx="60716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0C9C8"/>
                </a:solidFill>
                <a:latin typeface="Courier New" panose="02070609020205090404"/>
              </a:rPr>
              <a:t>$ git --version     →     git version 2.44.0</a:t>
            </a:r>
            <a:endParaRPr sz="12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⚙️  កំណត់ Git លើកដំបូង · First-Time Setup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BB"/>
                </a:solidFill>
              </a:rPr>
              <a:t>ត្រូវធ្វើម្ដង — ទាំង Windows &amp; macOS</a:t>
            </a:r>
            <a:endParaRPr sz="1300" b="0" i="1">
              <a:solidFill>
                <a:srgbClr val="AAAABB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7132320" cy="43891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6803136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── ដាក់ឈ្មោះ និង Email (ត្រូវដូចនឹង GitHub) ──────────────────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config --global user.name  "Your Name"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config --global user.email "you@example.com"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── កំណត់ default branch ជា main ──────────────────────────────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config --global init.defaultBranch main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── ផ្ទៀងផ្ទាត់ ──────────────────────────────────────────────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config --list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លទ្ធផល: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user.name=Your Name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user.email=you@example.com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init.defaultbranch=main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42062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371600"/>
            <a:ext cx="73152" cy="13258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5032"/>
                </a:solidFill>
              </a:rPr>
              <a:t>user.name</a:t>
            </a:r>
            <a:endParaRPr sz="1400" b="1" i="0">
              <a:solidFill>
                <a:srgbClr val="F0503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45552" y="190195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ឈ្មោះនឹងបង្ហាញ
ក្នុង commit ទាំងអស់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35240" y="2880360"/>
            <a:ext cx="42062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2880360"/>
            <a:ext cx="73152" cy="13258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971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7DFA"/>
                </a:solidFill>
              </a:rPr>
              <a:t>user.email</a:t>
            </a:r>
            <a:endParaRPr sz="1400" b="1" i="0">
              <a:solidFill>
                <a:srgbClr val="287DF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45552" y="341071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ត្រូវដូចនឹង
GitHub account email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35240" y="4389120"/>
            <a:ext cx="42062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389120"/>
            <a:ext cx="73152" cy="13258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44805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--global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45552" y="491947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អនុវត្តចំពោះ
project ទាំងអស់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🗂️  តំបន់ 3 ក្នុង Git · The Three Areas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566160" cy="2926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73152" cy="2926080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AAABB"/>
                </a:solidFill>
              </a:rPr>
              <a:t>Working Directory</a:t>
            </a:r>
            <a:endParaRPr sz="1600" b="1" i="0">
              <a:solidFill>
                <a:srgbClr val="AAAAB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ឯកសារដែល
អ្នកកំពុងធ្វើការ</a:t>
            </a:r>
            <a:endParaRPr sz="1400" b="0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88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git add →</a:t>
            </a:r>
            <a:endParaRPr sz="1300" b="1" i="0">
              <a:solidFill>
                <a:srgbClr val="FFD7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51959" y="1097280"/>
            <a:ext cx="3566160" cy="2926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097280"/>
            <a:ext cx="73152" cy="29260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87DFA"/>
                </a:solidFill>
              </a:rPr>
              <a:t>Staging Area</a:t>
            </a:r>
            <a:endParaRPr sz="1600" b="1" i="0">
              <a:solidFill>
                <a:srgbClr val="287DF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ឯកសារ
ត្រៀមប្រគល់</a:t>
            </a:r>
            <a:endParaRPr sz="1400" b="0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438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git commit →</a:t>
            </a:r>
            <a:endParaRPr sz="1300" b="1" i="0">
              <a:solidFill>
                <a:srgbClr val="FFD7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83879" y="1097280"/>
            <a:ext cx="3566160" cy="2926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097280"/>
            <a:ext cx="73152" cy="29260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5032"/>
                </a:solidFill>
              </a:rPr>
              <a:t>Repository (.git)</a:t>
            </a:r>
            <a:endParaRPr sz="1600" b="1" i="0">
              <a:solidFill>
                <a:srgbClr val="F0503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59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ប្រវត្តិ commit
ទាំងអស់</a:t>
            </a:r>
            <a:endParaRPr sz="1400" b="0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94760" y="2423160"/>
            <a:ext cx="1828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423160"/>
            <a:ext cx="1828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25196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5032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ធ្វើការកែប្រែ ក្នុង Working Directory (edit files)</a:t>
            </a:r>
            <a:endParaRPr sz="1400">
              <a:solidFill>
                <a:srgbClr val="FFFFFF"/>
              </a:solidFill>
            </a:endParaRPr>
          </a:p>
          <a:p>
            <a:pPr algn="l"/>
            <a:r>
              <a:rPr sz="1400" b="1">
                <a:solidFill>
                  <a:srgbClr val="F05032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ជ្រើសរើសឯកសារ ដាក់ Staging Area: git add filename</a:t>
            </a:r>
            <a:endParaRPr sz="1400">
              <a:solidFill>
                <a:srgbClr val="FFFFFF"/>
              </a:solidFill>
            </a:endParaRPr>
          </a:p>
          <a:p>
            <a:pPr algn="l"/>
            <a:r>
              <a:rPr sz="1400" b="1">
                <a:solidFill>
                  <a:srgbClr val="F05032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រក្សា snapshot ចូល Repository: git commit -m 'message'</a:t>
            </a:r>
            <a:endParaRPr sz="1400">
              <a:solidFill>
                <a:srgbClr val="FFFFFF"/>
              </a:solidFill>
            </a:endParaRPr>
          </a:p>
          <a:p>
            <a:pPr algn="l"/>
            <a:r>
              <a:rPr sz="1400" b="1">
                <a:solidFill>
                  <a:srgbClr val="F05032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ប្រវត្តិ commit ទាំងអស់ ត្រូវបានរក្សាទុកជាអចិន្ត្រៃយ៍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⌨️  ពាក្យបញ្ជាមូលដ្ឋាន · ផ្នែក ១  (Basic Commands)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12801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07007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init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6184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បង្កើត Git repository ថ្មី
ក្នុង folder បច្ចុប្បន្ន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73152" cy="12801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67004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clone &lt;url&gt;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" y="30815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ចម្លង repository
ពី GitHub មកលើ computer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2801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9592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3308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status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" y="45445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មើលស្ថានភាព — ឯកសារណា
ដែលបានផ្លាស់ប្ដូរ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534924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349240"/>
            <a:ext cx="73152" cy="12801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5896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59612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add &lt;file&gt;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0076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បន្ថែមឯកសារ ទៅ Staging Area
git add . = ទាំងអស់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2"/>
                </a:solidFill>
              </a:rPr>
              <a:t>ឧទាហរណ៍ · Example Workflow</a:t>
            </a:r>
            <a:endParaRPr sz="1300" b="1" i="0">
              <a:solidFill>
                <a:srgbClr val="F0503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1417320"/>
            <a:ext cx="5577840" cy="4846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1554480"/>
            <a:ext cx="524865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1. បង្កើត project ថ្មី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mkdir my-project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cd my-project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git init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2. បន្ថែម file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touch README.md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git status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On branch main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Untracked files: README.md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3. Add to staging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git add README.md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git status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Changes to be committed: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  new file: README.md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⌨️  ពាក្យបញ្ជាមូលដ្ឋាន · ផ្នែក ២  (Basic Commands)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12801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07007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commit -m "msg"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6184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រក្សា snapshot ជាមួយ
message ពណ៌នា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423160"/>
            <a:ext cx="73152" cy="12801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3288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67004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log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" y="30815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មើលប្រវត្តិ commit
ទាំងអស់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73152" cy="12801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9592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3308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diff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" y="45445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មើលអ្វីដែល
ផ្លាស់ប្ដូរ (មុន add)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5349240"/>
            <a:ext cx="5577840" cy="1280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349240"/>
            <a:ext cx="73152" cy="128016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58968"/>
            <a:ext cx="5212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596128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C9C8"/>
                </a:solidFill>
                <a:latin typeface="Courier New" panose="02070609020205090404"/>
              </a:rPr>
              <a:t>git restore &lt;file&gt;</a:t>
            </a:r>
            <a:endParaRPr sz="13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0076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ត្រឡប់ file ទៅ
ស្ថានភាពចុងក្រោយ</a:t>
            </a:r>
            <a:endParaRPr sz="1200" b="0" i="0">
              <a:solidFill>
                <a:srgbClr val="AAAAB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960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git log --oneline · Output Example</a:t>
            </a:r>
            <a:endParaRPr sz="1300" b="1" i="0">
              <a:solidFill>
                <a:srgbClr val="287DFA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1417320"/>
            <a:ext cx="5577840" cy="48463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1554480"/>
            <a:ext cx="524865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$ git log --oneline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a3f9c12 fix: correct calculation bug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8b2e001 feat: add login screen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4d7fa3e chore: initial project setup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$ git log --oneline --graph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* a3f9c12 fix: correct bug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* 8b2e001 feat: login screen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* 4d7fa3e initial setup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commit message ល្អ: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 feat: add new feature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 fix: bug description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 docs: update README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 chore: update deps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🌿  Branch &amp; Merge · ការបំបែក និងបញ្ចូល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2286000"/>
            <a:ext cx="11430000" cy="54864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828800"/>
            <a:ext cx="54864" cy="10972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4114800" cy="54864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0336" y="1828800"/>
            <a:ext cx="54864" cy="512064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76272"/>
            <a:ext cx="274320" cy="274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76272" y="2176272"/>
            <a:ext cx="274320" cy="274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2176272"/>
            <a:ext cx="274320" cy="274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91472" y="2176272"/>
            <a:ext cx="274320" cy="274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45952" y="2176272"/>
            <a:ext cx="274320" cy="2743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05072" y="1719072"/>
            <a:ext cx="274320" cy="27432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76672" y="1719072"/>
            <a:ext cx="274320" cy="27432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8272" y="1719072"/>
            <a:ext cx="274320" cy="27432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main</a:t>
            </a:r>
            <a:endParaRPr sz="1200" b="1" i="0">
              <a:solidFill>
                <a:srgbClr val="1BB88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5032"/>
                </a:solidFill>
              </a:rPr>
              <a:t>feature/login</a:t>
            </a:r>
            <a:endParaRPr sz="1100" b="0" i="0">
              <a:solidFill>
                <a:srgbClr val="F0503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2608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① fork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④ merge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2"/>
                </a:solidFill>
              </a:rPr>
              <a:t>Commands</a:t>
            </a:r>
            <a:endParaRPr sz="1300" b="1" i="0">
              <a:solidFill>
                <a:srgbClr val="F0503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154680"/>
            <a:ext cx="5577840" cy="36576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291840"/>
            <a:ext cx="5248655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មើល branch ទាំងអស់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branch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បង្កើត branch ថ្មី &amp; ប្ដូរទៅ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switch -c feature/login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ត្រឡប់ main branch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switch main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Merge feature branch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merge feature/login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លុប branch (បន្ទាប់ merge)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branch -d feature/login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80760" y="3154680"/>
            <a:ext cx="576072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3154680"/>
            <a:ext cx="73152" cy="109728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5032"/>
                </a:solidFill>
              </a:rPr>
              <a:t>Branch</a:t>
            </a:r>
            <a:endParaRPr sz="1400" b="1" i="0">
              <a:solidFill>
                <a:srgbClr val="F0503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3657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branch = ច្រកការងារ
ឯករាជ្យ — main មិនប៉ះពាល់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80760" y="4389120"/>
            <a:ext cx="576072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4389120"/>
            <a:ext cx="73152" cy="10972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480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7DFA"/>
                </a:solidFill>
              </a:rPr>
              <a:t>Switch</a:t>
            </a:r>
            <a:endParaRPr sz="1400" b="1" i="0">
              <a:solidFill>
                <a:srgbClr val="287DFA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9360" y="4892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 switch (ថ្មី)
ឬ git checkout (ចាស់)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080760" y="5623560"/>
            <a:ext cx="5760720" cy="10972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5623560"/>
            <a:ext cx="73152" cy="10972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715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B889"/>
                </a:solidFill>
              </a:rPr>
              <a:t>Merge</a:t>
            </a:r>
            <a:endParaRPr sz="1400" b="1" i="0">
              <a:solidFill>
                <a:srgbClr val="1BB889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936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បញ្ចូល feature ត្រឡប់
ក្នុង main branch</a:t>
            </a:r>
            <a:endParaRPr sz="1200" b="0" i="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🐙  GitHub &amp; Remote · ភ្ជាប់ Cloud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432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2"/>
                </a:solidFill>
              </a:rPr>
              <a:t>① បង្កើត Repo</a:t>
            </a:r>
            <a:endParaRPr sz="1300" b="1" i="0">
              <a:solidFill>
                <a:srgbClr val="F0503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ចូល github.com → New → ដាក់ឈ្មោះ → Create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→</a:t>
            </a:r>
            <a:endParaRPr sz="1800" b="1" i="0">
              <a:solidFill>
                <a:srgbClr val="AAAA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1840" y="960120"/>
            <a:ext cx="27432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73152" cy="11887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241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② Remote Add</a:t>
            </a:r>
            <a:endParaRPr sz="1300" b="1" i="0">
              <a:solidFill>
                <a:srgbClr val="287DF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git remote add origin &lt;url&gt;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→</a:t>
            </a:r>
            <a:endParaRPr sz="1800" b="1" i="0">
              <a:solidFill>
                <a:srgbClr val="AAAAB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960120"/>
            <a:ext cx="27432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960120"/>
            <a:ext cx="73152" cy="11887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0241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③ Push</a:t>
            </a:r>
            <a:endParaRPr sz="1300" b="1" i="0">
              <a:solidFill>
                <a:srgbClr val="1BB88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git push -u origin main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06840" y="1417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AABB"/>
                </a:solidFill>
              </a:rPr>
              <a:t>→</a:t>
            </a:r>
            <a:endParaRPr sz="1800" b="1" i="0">
              <a:solidFill>
                <a:srgbClr val="AAAABB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35440" y="960120"/>
            <a:ext cx="274320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960120"/>
            <a:ext cx="73152" cy="11887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0241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④ Pull</a:t>
            </a:r>
            <a:endParaRPr sz="1300" b="1" i="0">
              <a:solidFill>
                <a:srgbClr val="00C9C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8319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git pull origin main</a:t>
            </a:r>
            <a:endParaRPr sz="1000" b="0" i="0">
              <a:solidFill>
                <a:srgbClr val="AAAAB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5032"/>
                </a:solidFill>
              </a:rPr>
              <a:t>ឧទាហរណ៍ · Full Workflow</a:t>
            </a:r>
            <a:endParaRPr sz="1300" b="1" i="0">
              <a:solidFill>
                <a:srgbClr val="F0503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" y="2743200"/>
            <a:ext cx="7132320" cy="4023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2880360"/>
            <a:ext cx="6803136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ភ្ជាប់ local repo ជាមួយ GitHub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remote add origin https://github.com/user/repo.git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Push ដំបូង (ចំពោះ main branch)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push -u origin main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Push ការផ្លាស់ប្ដូរ លើកបន្ទាប់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push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ទាញ ការផ្លាស់ប្ដូរ ពី GitHub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pull origin main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# មើល remote ទាំងអស់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100">
                <a:solidFill>
                  <a:srgbClr val="00C9C8"/>
                </a:solidFill>
                <a:latin typeface="Courier New" panose="02070609020205090404"/>
              </a:rPr>
              <a:t>git remote -v</a:t>
            </a:r>
            <a:endParaRPr sz="11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3524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📝  .gitignore · ឯកសារដែលមិន Track</a:t>
            </a:r>
            <a:endParaRPr sz="1300" b="1" i="0">
              <a:solidFill>
                <a:srgbClr val="FFD7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35240" y="2743200"/>
            <a:ext cx="4206240" cy="3291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1" y="2880360"/>
            <a:ext cx="3877055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Xcode .gitignore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*.xcuserstate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xcuserdata/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DerivedData/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.DS_Store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*.moved-aside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Pods/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ចំណាំ: .gitignore ត្រូវ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  <a:p>
            <a:pPr algn="l"/>
            <a:r>
              <a:rPr sz="1000">
                <a:solidFill>
                  <a:srgbClr val="00C9C8"/>
                </a:solidFill>
                <a:latin typeface="Courier New" panose="02070609020205090404"/>
              </a:rPr>
              <a:t># commit ជាមួយ project</a:t>
            </a:r>
            <a:endParaRPr sz="100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635240" y="6126480"/>
            <a:ext cx="42062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6126480"/>
            <a:ext cx="73152" cy="5943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5552" y="61722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💡  git fetch = ទាញ ប៉ុន្ដែ មិន merge  |  git pull = fetch + merge</a:t>
            </a:r>
            <a:endParaRPr sz="1000" b="0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5032"/>
                </a:solidFill>
              </a:rPr>
              <a:t>📌  សង្ខេប · Git Cheat Sheet</a:t>
            </a:r>
            <a:endParaRPr sz="2400" b="1" i="0">
              <a:solidFill>
                <a:srgbClr val="F0503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73152" cy="530352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3749039" cy="54864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⚙️  Setup</a:t>
            </a:r>
            <a:endParaRPr sz="1500" b="1" i="0">
              <a:solidFill>
                <a:srgbClr val="1A1A2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init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350008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59" y="2414015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clone &lt;url&gt;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099815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59" y="316382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config --global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849624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remote add origin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97679" y="96012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960120"/>
            <a:ext cx="73152" cy="53035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960120"/>
            <a:ext cx="3749039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005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📅  Daily</a:t>
            </a:r>
            <a:endParaRPr sz="1500" b="1" i="0">
              <a:solidFill>
                <a:srgbClr val="1A1A2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34840" y="1600200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status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34840" y="2350008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2414015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add &lt;file&gt;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34840" y="3099815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316382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commit -m 'msg'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434840" y="3849624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log --oneline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34840" y="4599431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diff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34840" y="5349240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1999" y="5413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restore &lt;file&gt;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75319" y="96012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960120"/>
            <a:ext cx="73152" cy="53035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19" y="960120"/>
            <a:ext cx="3749039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1005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🤝  Team</a:t>
            </a:r>
            <a:endParaRPr sz="1500" b="1" i="0">
              <a:solidFill>
                <a:srgbClr val="1A1A2E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412480" y="1600200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16642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branch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412480" y="2350008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2414015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switch -c &lt;name&gt;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412480" y="3099815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316382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merge &lt;branch&gt;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412480" y="3849624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39136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push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412480" y="4599431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pull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412480" y="5349240"/>
            <a:ext cx="33832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5413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C8"/>
                </a:solidFill>
                <a:latin typeface="Courier New" panose="02070609020205090404"/>
              </a:rPr>
              <a:t>git fetch</a:t>
            </a:r>
            <a:endParaRPr sz="1200" b="0" i="0">
              <a:solidFill>
                <a:srgbClr val="00C9C8"/>
              </a:solidFill>
              <a:latin typeface="Courier New" panose="020706090202050904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28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💪  Git រៀនដោយការអនុវត្ត! — Practice every day &amp; it becomes second nature.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 / 12</a:t>
            </a:r>
            <a:endParaRPr sz="1000" b="0" i="0">
              <a:solidFill>
                <a:srgbClr val="AAAAB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5553</Words>
  <Application>WPS Presentation</Application>
  <PresentationFormat>On-screen Show (4:3)</PresentationFormat>
  <Paragraphs>455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Courier New</vt:lpstr>
      <vt:lpstr>Calibri</vt:lpstr>
      <vt:lpstr>Helvetica Neue</vt:lpstr>
      <vt:lpstr>AKbalthom Freehand</vt:lpstr>
      <vt:lpstr>Apple Color Emoji</vt:lpstr>
      <vt:lpstr>宋体-简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nem path</cp:lastModifiedBy>
  <cp:revision>3</cp:revision>
  <dcterms:created xsi:type="dcterms:W3CDTF">2026-05-07T11:14:02Z</dcterms:created>
  <dcterms:modified xsi:type="dcterms:W3CDTF">2026-05-07T11:14:02Z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B6290214556F749EAC6EFC69BC814D28_42</vt:lpwstr>
  </property>
  <property fmtid="{D5CDD505-2E9C-101B-9397-08002B2CF9AE}" pid="3" name="KSOProductBuildVer">
    <vt:lpwstr>1033-12.1.25867.25867</vt:lpwstr>
  </property>
</Properties>
</file>